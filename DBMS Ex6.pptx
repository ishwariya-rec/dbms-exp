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81C5B-28D1-8648-7978-1A9DD892A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5473B5-3373-7F76-BC5C-C485E38105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5EB17-1190-B783-E3C5-5D8D39466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93EAA-53EF-4FBC-8C50-0FA872F6A198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C70F3-E79F-1919-89D5-3310E582E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DB312-16B8-0BBF-3D5A-3DC073F75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BE934-81C1-4548-AA09-CB5745119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672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08EA-A330-7A7E-1ED2-073FCDD1A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6B360-2A82-FA24-BC0F-1E34E0719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3643AE-517E-8F82-D618-8566FC5E0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93EAA-53EF-4FBC-8C50-0FA872F6A198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2D327-EB89-E162-713B-254662A87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B6DD8-E774-FA55-9EB7-E69E3EDC1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BE934-81C1-4548-AA09-CB5745119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1954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7AF5D-E816-151F-4A85-963F08BE7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7F8E7E-F539-8458-9CBF-BA8AFC0CE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83540-DE58-700C-E92A-459A9317E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93EAA-53EF-4FBC-8C50-0FA872F6A198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4200C-85A0-E907-7B93-CB25FFD70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67898-1975-00F6-968F-8BA133E9E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BE934-81C1-4548-AA09-CB5745119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424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B67A4-52EF-6C76-7D80-F72B63B52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F04D4-4DB2-9B1B-1AD2-B2C7E1DE0B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E115C1-6B9A-6D5C-D1B1-028202CA67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8AB30C-ECBF-4A36-7974-290094F3B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93EAA-53EF-4FBC-8C50-0FA872F6A198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07B3D6-EA8C-B2E1-7DB9-1E0BD9F0C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27FC8C-DBCC-91C2-3539-BDEA53E7C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BE934-81C1-4548-AA09-CB5745119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444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45931-70D9-394D-DEA0-1E0A0A360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498C9C-7667-D610-6E5A-B2B81B7F1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82C5EE-8875-A82C-E4FA-F096939F56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9A0B2B-25A5-51C9-99E5-FE0881EE11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71E852-8CFF-2BF5-8625-440D087629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AEA857-8647-8BD5-EF5A-9ED81B86B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93EAA-53EF-4FBC-8C50-0FA872F6A198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F148B4-5726-3167-043D-BEF631909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5D9145-7A5B-5277-6342-68C3D5DF0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BE934-81C1-4548-AA09-CB5745119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2740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5BE29-AA3D-D1D6-14A2-F30EE7111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D27902-6EA6-B00C-A468-F753C92C0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93EAA-53EF-4FBC-8C50-0FA872F6A198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328E19-3547-30D7-3AB0-265181834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BC043D-F925-4B96-0C84-878576DD2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BE934-81C1-4548-AA09-CB5745119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68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B180B3-4EF8-E1B4-4FCA-ADF20D3C9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93EAA-53EF-4FBC-8C50-0FA872F6A198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923293-3D7C-E7A0-C1A0-8F7A1F316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0B0331-8F75-1C90-EA74-36A71D8B4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BE934-81C1-4548-AA09-CB5745119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9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ADAD4-A7E9-43A5-030D-C064A5451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1C4EC-B59F-C6F6-4248-9333FCAAC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0691C4-3193-F5D7-66F9-0DFF8A77B5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A015B6-1746-2BA3-F30C-41F1C86F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93EAA-53EF-4FBC-8C50-0FA872F6A198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95B7B-607F-B0C9-1797-839D1D8D2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583656-8FA3-B123-E64A-673723F45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BE934-81C1-4548-AA09-CB5745119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878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10793-D4A6-E68E-985B-3195DCC73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FA35F7-B621-37C2-D1E2-6E245AE274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EDF5AE-90D1-9F8E-9BF2-B0F976B129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C9C843-509A-9873-B267-718D9B802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93EAA-53EF-4FBC-8C50-0FA872F6A198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ED100-C461-7062-4F19-8A2C0EC85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C49EC-0C71-38DE-42C6-25EAD6371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BE934-81C1-4548-AA09-CB5745119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865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1DD7C-72A0-B6AC-4F86-8B8FA01CC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4EE2A5-46C6-FE6D-F002-8839BE1A8E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7681B-3FA1-5585-086D-08F974FCA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93EAA-53EF-4FBC-8C50-0FA872F6A198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F173A-5711-C2AC-DFEA-9F941B46A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D44E4-ACAE-4684-56DF-7DE932202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BE934-81C1-4548-AA09-CB5745119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2382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262720-DA5E-7075-784A-223D84604A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26ADC6-0892-2ADF-F12E-1C9A02C63E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43763-2B8D-61CF-3D2A-A13ED86A9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93EAA-53EF-4FBC-8C50-0FA872F6A198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3CE1D-8D84-A32A-0B7F-D3B4B5B10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8AEC8-230F-69BD-8A91-BF2DA12F1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BE934-81C1-4548-AA09-CB5745119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530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C74DBF-6D04-11AF-48F8-752781B86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EA6D69-F8F5-89DC-0741-07913624B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599AB-89AE-9FBF-7DA6-C81DADB416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993EAA-53EF-4FBC-8C50-0FA872F6A198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1241F-A8D7-E150-4AD2-8854D928F2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055B3-BD10-2BC1-8637-5B2010358F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1BE934-81C1-4548-AA09-CB5745119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4121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FDA45-CC13-36B0-0617-9DBE175688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285514" cy="3384323"/>
          </a:xfrm>
        </p:spPr>
        <p:txBody>
          <a:bodyPr>
            <a:normAutofit fontScale="90000"/>
          </a:bodyPr>
          <a:lstStyle/>
          <a:p>
            <a:r>
              <a:rPr lang="en-US" sz="3750" b="1"/>
              <a:t>DATABASE MANAGEMENT SYSTEM</a:t>
            </a:r>
            <a:br>
              <a:rPr lang="en-US" sz="3750" b="1"/>
            </a:br>
            <a:r>
              <a:rPr lang="en-US" sz="3750" b="1"/>
              <a:t>CS23332</a:t>
            </a:r>
            <a:br>
              <a:rPr lang="en-US" sz="3750" b="1"/>
            </a:br>
            <a:br>
              <a:rPr lang="en-US" sz="3750" b="1"/>
            </a:br>
            <a:r>
              <a:rPr lang="en-US" sz="4000" b="1"/>
              <a:t>EXERCISE 6</a:t>
            </a:r>
            <a:br>
              <a:rPr lang="en-US" sz="4000" b="1"/>
            </a:br>
            <a:r>
              <a:rPr lang="en-US" sz="4000" b="1"/>
              <a:t>SINGLE ROW FUNCTIONS</a:t>
            </a:r>
            <a:br>
              <a:rPr lang="en-US" sz="4000" b="1"/>
            </a:br>
            <a:br>
              <a:rPr lang="en-US" sz="3750" b="1"/>
            </a:br>
            <a:endParaRPr lang="en-IN" sz="3750" b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498028-AB0B-A30D-DC7D-83F992BB35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88628" y="5181600"/>
            <a:ext cx="4909457" cy="132805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000" b="1" dirty="0"/>
              <a:t>                   ISHWARIYA R</a:t>
            </a:r>
          </a:p>
          <a:p>
            <a:r>
              <a:rPr lang="en-US" sz="3000" b="1" dirty="0"/>
              <a:t>	</a:t>
            </a:r>
            <a:r>
              <a:rPr lang="en-US" sz="3000" b="1"/>
              <a:t>	241801097    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2445050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A1E982-E6C4-A1E8-CE94-F2FEAE0C7FC6}"/>
              </a:ext>
            </a:extLst>
          </p:cNvPr>
          <p:cNvSpPr txBox="1"/>
          <p:nvPr/>
        </p:nvSpPr>
        <p:spPr>
          <a:xfrm>
            <a:off x="1055915" y="42795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1. Write a query to display the current date. Label the column Date.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A49F6C-9979-C65E-2947-675061AE2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65" y="1436132"/>
            <a:ext cx="9277584" cy="4855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521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D16B90-96ED-AB48-E5B7-138913AA0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83" y="1883107"/>
            <a:ext cx="10640204" cy="43544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609B0E-DEA1-9459-917A-39B6E5E2609A}"/>
              </a:ext>
            </a:extLst>
          </p:cNvPr>
          <p:cNvSpPr txBox="1"/>
          <p:nvPr/>
        </p:nvSpPr>
        <p:spPr>
          <a:xfrm>
            <a:off x="758983" y="152400"/>
            <a:ext cx="838501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2. The HR department needs a report to display the employee number, last name, salary, and</a:t>
            </a:r>
          </a:p>
          <a:p>
            <a:r>
              <a:rPr lang="en-IN"/>
              <a:t>increased by 15.5% (expressed as a whole number) for each employee. Label the column New</a:t>
            </a:r>
          </a:p>
          <a:p>
            <a:r>
              <a:rPr lang="en-IN"/>
              <a:t>Salary.</a:t>
            </a:r>
          </a:p>
        </p:txBody>
      </p:sp>
    </p:spTree>
    <p:extLst>
      <p:ext uri="{BB962C8B-B14F-4D97-AF65-F5344CB8AC3E}">
        <p14:creationId xmlns:p14="http://schemas.microsoft.com/office/powerpoint/2010/main" val="4053937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D26802-AFCF-3490-34B7-AD21B3639D69}"/>
              </a:ext>
            </a:extLst>
          </p:cNvPr>
          <p:cNvSpPr txBox="1"/>
          <p:nvPr/>
        </p:nvSpPr>
        <p:spPr>
          <a:xfrm>
            <a:off x="664029" y="185057"/>
            <a:ext cx="84799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3. Modify your query lab_03_02.sql to add a column that subtracts the old salary from the new</a:t>
            </a:r>
          </a:p>
          <a:p>
            <a:r>
              <a:rPr lang="en-IN"/>
              <a:t>salary. Label the column Increase.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BC3CAD-DDAB-65AB-AC51-4227663D3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206" y="1513115"/>
            <a:ext cx="11152176" cy="398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707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8040FC-151D-D632-E203-7ACF41D70E4F}"/>
              </a:ext>
            </a:extLst>
          </p:cNvPr>
          <p:cNvSpPr txBox="1"/>
          <p:nvPr/>
        </p:nvSpPr>
        <p:spPr>
          <a:xfrm>
            <a:off x="783771" y="309380"/>
            <a:ext cx="105917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4. Write a query that displays the last name (with the first letter uppercase and all other letters</a:t>
            </a:r>
          </a:p>
          <a:p>
            <a:r>
              <a:rPr lang="en-IN"/>
              <a:t>lowercase) and the length of the last name for all employees whose name starts with the letters J, A,</a:t>
            </a:r>
          </a:p>
          <a:p>
            <a:r>
              <a:rPr lang="en-IN"/>
              <a:t>or M. Give each column an appropriate label. Sort the results by the employees’ last names.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BD4207-655A-600F-20F2-9C49457DE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11" y="1513902"/>
            <a:ext cx="10884459" cy="463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561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9AD7DF-9B4F-CBBE-7E8B-A7D25C157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69" y="1859536"/>
            <a:ext cx="11320061" cy="43562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83D92E-76D8-1BAD-DF6C-0EEFE9F4A950}"/>
              </a:ext>
            </a:extLst>
          </p:cNvPr>
          <p:cNvSpPr txBox="1"/>
          <p:nvPr/>
        </p:nvSpPr>
        <p:spPr>
          <a:xfrm>
            <a:off x="337456" y="250371"/>
            <a:ext cx="103740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5. Rewrite the query so that the user is prompted to enter a letter that starts the last name. For</a:t>
            </a:r>
          </a:p>
          <a:p>
            <a:r>
              <a:rPr lang="en-IN"/>
              <a:t>example, if the user enters H when prompted for a letter, then the output should show all</a:t>
            </a:r>
          </a:p>
          <a:p>
            <a:r>
              <a:rPr lang="en-IN"/>
              <a:t>employees whose last name starts with the letter H.</a:t>
            </a:r>
          </a:p>
        </p:txBody>
      </p:sp>
    </p:spTree>
    <p:extLst>
      <p:ext uri="{BB962C8B-B14F-4D97-AF65-F5344CB8AC3E}">
        <p14:creationId xmlns:p14="http://schemas.microsoft.com/office/powerpoint/2010/main" val="1658390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6AA006-17E3-C091-B7CD-9A03DAE7F8A8}"/>
              </a:ext>
            </a:extLst>
          </p:cNvPr>
          <p:cNvSpPr txBox="1"/>
          <p:nvPr/>
        </p:nvSpPr>
        <p:spPr>
          <a:xfrm>
            <a:off x="457199" y="293914"/>
            <a:ext cx="106353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6. The HR department wants to find the length of employment for each employee. For each</a:t>
            </a:r>
          </a:p>
          <a:p>
            <a:r>
              <a:rPr lang="en-IN"/>
              <a:t>employee, display the last name and calculate the number of months between today and the date on</a:t>
            </a:r>
          </a:p>
          <a:p>
            <a:r>
              <a:rPr lang="en-IN"/>
              <a:t>which the employee was hired. Label the column MONTHS_WORKED. Order your results by the</a:t>
            </a:r>
          </a:p>
          <a:p>
            <a:r>
              <a:rPr lang="en-IN"/>
              <a:t>number of months employed. Round the number of months up to the closest whole number.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A4092E-8C4E-2984-4D0F-3A7F17C4E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938" y="1690794"/>
            <a:ext cx="10598695" cy="467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33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2C7859-576D-849F-56F9-F10EB504C79B}"/>
              </a:ext>
            </a:extLst>
          </p:cNvPr>
          <p:cNvSpPr txBox="1"/>
          <p:nvPr/>
        </p:nvSpPr>
        <p:spPr>
          <a:xfrm>
            <a:off x="685799" y="480536"/>
            <a:ext cx="1191985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7. Create a report that produces the following for each employee:</a:t>
            </a:r>
          </a:p>
          <a:p>
            <a:r>
              <a:rPr lang="en-IN"/>
              <a:t>&lt;employee last name&gt; earns &lt;salary&gt; monthly but wants &lt;3 times salary&gt;. Label the column</a:t>
            </a:r>
          </a:p>
          <a:p>
            <a:r>
              <a:rPr lang="en-IN"/>
              <a:t>Dream Salaries.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1EFA9E-B708-D3D8-6BC5-E7EFF092E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09" y="1552455"/>
            <a:ext cx="10137991" cy="466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538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9AD835-8B26-6563-582A-36601BB86A38}"/>
              </a:ext>
            </a:extLst>
          </p:cNvPr>
          <p:cNvSpPr txBox="1"/>
          <p:nvPr/>
        </p:nvSpPr>
        <p:spPr>
          <a:xfrm>
            <a:off x="413658" y="390436"/>
            <a:ext cx="104720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8. Create a query to display the last name and salary for all employees. Format the salary to be</a:t>
            </a:r>
          </a:p>
          <a:p>
            <a:r>
              <a:rPr lang="en-IN"/>
              <a:t>15 characters long, left-padded with the $ symbol. Label the column SALARY.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93304F-EB17-535B-6FD3-9DCED1F1F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184" y="1330217"/>
            <a:ext cx="10920058" cy="443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272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F5800C-A6F0-9C8C-EA76-CD21DBE1E277}"/>
              </a:ext>
            </a:extLst>
          </p:cNvPr>
          <p:cNvSpPr txBox="1"/>
          <p:nvPr/>
        </p:nvSpPr>
        <p:spPr>
          <a:xfrm>
            <a:off x="533400" y="370114"/>
            <a:ext cx="105264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9. Display each employee’s last name, hire date, and salary review date, which is the first</a:t>
            </a:r>
          </a:p>
          <a:p>
            <a:r>
              <a:rPr lang="en-IN"/>
              <a:t>Monday after six months of service. Label the column REVIEW. Format the dates to appear in the</a:t>
            </a:r>
          </a:p>
          <a:p>
            <a:r>
              <a:rPr lang="en-IN"/>
              <a:t>format similar to “Monday, the Thirty-First of July, 2000.”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0B6FF8-5685-462F-B438-3D591A6AC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142" y="1349267"/>
            <a:ext cx="11380523" cy="4311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354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C8C7D0-1ED9-1DDB-FF47-2881F03305DF}"/>
              </a:ext>
            </a:extLst>
          </p:cNvPr>
          <p:cNvSpPr txBox="1"/>
          <p:nvPr/>
        </p:nvSpPr>
        <p:spPr>
          <a:xfrm>
            <a:off x="413657" y="402772"/>
            <a:ext cx="10439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10. Display the last name, hire date, and day of the week on which the employee started. Label</a:t>
            </a:r>
          </a:p>
          <a:p>
            <a:r>
              <a:rPr lang="en-IN"/>
              <a:t>the column DAY. Order the results by the day of the week, starting with Monday.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5DAE71-5995-0B7E-AF14-61405D7B1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244" y="1358793"/>
            <a:ext cx="11385789" cy="432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102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DATABASE MANAGEMENT SYSTEM CS23332  EXERCISE 6 SINGLE ROW FUNCTIONS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MANAGEMENT SYSTEM CS23332  EXERCISE 6 SINGLE ROW FUNCTIONS  </dc:title>
  <dc:creator>ishwarya7853@gmail.com</dc:creator>
  <cp:lastModifiedBy>Ishwarya R</cp:lastModifiedBy>
  <cp:revision>2</cp:revision>
  <dcterms:created xsi:type="dcterms:W3CDTF">2025-11-20T11:12:42Z</dcterms:created>
  <dcterms:modified xsi:type="dcterms:W3CDTF">2025-11-21T19:25:07Z</dcterms:modified>
</cp:coreProperties>
</file>